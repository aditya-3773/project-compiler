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to Python Code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Compiler Design </a:t>
            </a:r>
            <a:r>
              <a:rPr lang="en-IN"/>
              <a:t>PBL</a:t>
            </a:r>
          </a:p>
          <a:p>
            <a:r>
              <a:t>C Code to Python Converter</a:t>
            </a:r>
          </a:p>
          <a:p/>
          <a:p>
            <a:r>
              <a:t>Name: </a:t>
            </a:r>
            <a:r>
              <a:rPr lang="en-IN"/>
              <a:t>Ashish</a:t>
            </a:r>
          </a:p>
          <a:p>
            <a:r>
              <a:t>Branch: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converts C language code into Python code using compiler design concepts.</a:t>
            </a:r>
          </a:p>
          <a:p>
            <a:r>
              <a:t>It helps understand how compilers work internally.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 to Python Conversion?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is low-level and complex</a:t>
            </a:r>
          </a:p>
          <a:p>
            <a:r>
              <a:t>• Python is simple and readable</a:t>
            </a:r>
          </a:p>
          <a:p>
            <a:r>
              <a:t>• Helps beginners understand logic easily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Compiler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Compiler converts source code into target code.</a:t>
            </a:r>
          </a:p>
          <a:p>
            <a:r>
              <a:t>Main phases are used for translation.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of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Lexical Analysis</a:t>
            </a:r>
          </a:p>
          <a:p>
            <a:r>
              <a:t>• Syntax Analysis</a:t>
            </a:r>
          </a:p>
          <a:p>
            <a:r>
              <a:t>• Semantic Analysis</a:t>
            </a:r>
          </a:p>
          <a:p>
            <a:r>
              <a:t>• Intermediate Code Generation</a:t>
            </a:r>
          </a:p>
          <a:p>
            <a:r>
              <a:t>• Code Optimization</a:t>
            </a:r>
          </a:p>
          <a:p>
            <a:r>
              <a:t>• Target Code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Lexical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Breaks source code into tokens.</a:t>
            </a:r>
          </a:p>
          <a:p>
            <a:r>
              <a:t>Example: int, if, while, identifiers, operators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grammar using parse tree.</a:t>
            </a:r>
          </a:p>
          <a:p>
            <a:r>
              <a:t>Ensures correct structure of C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meaning of statements.</a:t>
            </a:r>
          </a:p>
          <a:p>
            <a:r>
              <a:t>Example: type checking, variable declaration.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 semicolons</a:t>
            </a:r>
          </a:p>
          <a:p>
            <a:r>
              <a:t>• Convert printf to print</a:t>
            </a:r>
          </a:p>
          <a:p>
            <a:r>
              <a:t>• Convert for/while loops</a:t>
            </a:r>
          </a:p>
          <a:p>
            <a:r>
              <a:t>• Replace {} with indentation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Code:</a:t>
            </a:r>
          </a:p>
          <a:p>
            <a:r>
              <a:t>int a=5;</a:t>
            </a:r>
          </a:p>
          <a:p>
            <a:r>
              <a:t>printf("%d",a);</a:t>
            </a:r>
          </a:p>
          <a:p/>
          <a:p>
            <a:r>
              <a:t>Python Code:</a:t>
            </a:r>
          </a:p>
          <a:p>
            <a:r>
              <a:t>a = 5</a:t>
            </a:r>
          </a:p>
          <a:p>
            <a:r>
              <a:t>print(a)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Regular Expressions</a:t>
            </a:r>
          </a:p>
          <a:p>
            <a:r>
              <a:t>• Simple Parser</a:t>
            </a:r>
          </a:p>
          <a:p>
            <a:r>
              <a:t>• VS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Learning compiler design</a:t>
            </a:r>
          </a:p>
          <a:p>
            <a:r>
              <a:t>• Code migration</a:t>
            </a:r>
          </a:p>
          <a:p>
            <a:r>
              <a:t>• Education purpose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understanding</a:t>
            </a:r>
          </a:p>
          <a:p>
            <a:r>
              <a:t>• Time saving</a:t>
            </a:r>
          </a:p>
          <a:p>
            <a:r>
              <a:t>• Platform independent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Handles basic C code only</a:t>
            </a:r>
          </a:p>
          <a:p>
            <a:r>
              <a:t>• No pointer support</a:t>
            </a:r>
          </a:p>
          <a:p>
            <a:r>
              <a:t>• Complex programs not supported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compiler design concepts by converting C code into Python.</a:t>
            </a:r>
          </a:p>
          <a:p>
            <a:r>
              <a:t>It is useful for academic learning.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1525</Words>
  <Application>WPS Presentation</Application>
  <PresentationFormat>On-screen Show (4:3)</PresentationFormat>
  <Paragraphs>101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 to Python Code Converter</vt:lpstr>
      <vt:lpstr>Introduction</vt:lpstr>
      <vt:lpstr>Why C to Python Conversion?</vt:lpstr>
      <vt:lpstr>Compiler Design Overview</vt:lpstr>
      <vt:lpstr>Phases of Compiler</vt:lpstr>
      <vt:lpstr>Lexical Analysis</vt:lpstr>
      <vt:lpstr>Syntax Analysis</vt:lpstr>
      <vt:lpstr>Semantic Analysis</vt:lpstr>
      <vt:lpstr>Conversion Logic</vt:lpstr>
      <vt:lpstr>Example Conversion</vt:lpstr>
      <vt:lpstr>Tools Used</vt:lpstr>
      <vt:lpstr>Applications</vt:lpstr>
      <vt:lpstr>Advantages</vt:lpstr>
      <vt:lpstr>Limitations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Anmol Sundriyal</cp:lastModifiedBy>
  <cp:revision>2</cp:revision>
  <dcterms:created xsi:type="dcterms:W3CDTF">2013-01-27T09:14:00Z</dcterms:created>
  <dcterms:modified xsi:type="dcterms:W3CDTF">2025-12-24T07:18:26Z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1CF52DC8A5FD409BA118E5EAD38801FC_13</vt:lpwstr>
  </property>
  <property fmtid="{D5CDD505-2E9C-101B-9397-08002B2CF9AE}" pid="3" name="KSOProductBuildVer">
    <vt:lpwstr>1033-12.2.0.23155</vt:lpwstr>
  </property>
</Properties>
</file>